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C97A-BFD9-FA7F-F348-3B034F29C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C8E1E-3FDE-D090-BAED-3DCDA87D4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9BAEA-B9DF-4CA0-0750-C9371DDA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4F780-E348-16D6-4150-1014703A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86F27-248C-F866-8761-4EB3A55F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87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B187-97CB-78FB-539E-10FCD475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EF0D-4148-9C33-852F-F16CA087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48E96-E616-E272-4FFD-C4584E62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E1CA-11C8-F9AB-FC0E-6ECA37F5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C05EC-AB98-9A43-FE82-3248BC4D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64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28B7-739A-DD74-5303-14453BA7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91101-82F3-CAF1-6715-DB59D29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6F59F-8CFF-E353-CF46-01F2742B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7FF3F-675D-E1E9-E7AD-812ECCF3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D21F8-C4CD-2BBF-37A0-E37B9BB3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4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822F-FEDB-A31F-DC13-CEB131CF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8163-5FEE-1B3A-6A79-6AD10FCF7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B3EF-38A9-AEA7-AFAB-F0DFB3631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9B4C4-293C-3691-5477-1A960735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CF98E-EA85-DE37-1DFB-9CBF2FE5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D2338-DCDF-F88E-B56A-4824C4DB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68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2D70-23BE-7806-3F2F-B2B0F0AF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16024-DE86-0A93-A310-ED5F670B2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790E3-CAE7-3482-E7A2-C2AF66EF7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BC1B2-FD18-EBED-941F-D1C47C0FB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EDDD7-9DE9-D76A-F992-4A95A7244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EC036-1EFC-6A9F-303A-DB05E240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04D6D-00A7-0063-BFA4-D4F06340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A0C68-712C-62C8-E01B-36DBD1EA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51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260A-B574-F632-C781-23317153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2DEEE-BD34-813C-D93B-35008FE1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5DA48-338B-2FB3-4AD4-FF6CFAB7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8AE0B-1C26-8BFF-5D29-A820D268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0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86248-A7C8-B9D0-3375-7E186534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2CE4C-7F14-8D98-7A2B-76496ADD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F7EDF-BF99-85C2-6C32-DC6566DA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6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F71E-EB74-ADF1-AD99-2A496EF2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05A34-8919-2F53-DC2E-74C3F3DF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20089-BA57-C67A-A2CE-E3CCDFF48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1710C-0747-B706-60C9-602172E9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FA37A-6FBB-2DB1-D191-E32A0646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28E35-8C89-0C63-D130-B2C2954A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6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6095-564D-9256-5449-C4093AB1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971DA-EE99-B57A-9B2E-12D666549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DE44C-F165-CA77-D2D4-34A8E3512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98121-040C-B243-4DBA-6DBEDCAF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00E93-46E5-D99A-3152-9195459D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663CF-0752-0F93-A54E-FA71670D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19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C4AB-FCB7-454E-0610-6160C891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65A9F-788B-C09F-37AE-052E6CD29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F1789-D8BA-19A8-06FA-440224BF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E7706-AAB1-82FB-8E07-BAEE8D1F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C06A9-4229-C269-EF26-928F6D0F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5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95323-8EE2-6392-3CFF-310065E03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75F81-5B51-B982-563B-9FFD4AEAC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48CD4-7D66-444F-A3AE-FC965678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A3603-6365-ED90-F81D-C8CEA313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9A9F8-1C6C-8058-7C75-8EA0D0EB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8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7EC93-C8BD-E9B5-424B-37FD543F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9117E-E85E-242F-8E6D-A02A5454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76209-D297-52BC-0F3B-27BC29FE9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7F0AF-4228-43DC-9EE1-833739AED922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E14AA-E5B2-6A1A-62D0-38B603E20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4347B-3068-460E-1C2B-D8486EA8D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8FFE9-A45D-47CF-BDDC-4641159C6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18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676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Jayanta Sen</dc:creator>
  <cp:lastModifiedBy>Jayanta Sen</cp:lastModifiedBy>
  <cp:revision>1</cp:revision>
  <dcterms:created xsi:type="dcterms:W3CDTF">2026-07-18T14:23:35Z</dcterms:created>
  <dcterms:modified xsi:type="dcterms:W3CDTF">2026-07-18T14:36:53Z</dcterms:modified>
</cp:coreProperties>
</file>